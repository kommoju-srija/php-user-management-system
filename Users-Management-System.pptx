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7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14006"/>
            <a:ext cx="7772400" cy="14700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PHP-Users-Management-System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84031"/>
            <a:ext cx="6400800" cy="17526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• Register • Dashboard • Admin Panel • User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FFD91-542A-4DCA-B0A1-36F6B9CF31E9}"/>
              </a:ext>
            </a:extLst>
          </p:cNvPr>
          <p:cNvSpPr txBox="1"/>
          <p:nvPr/>
        </p:nvSpPr>
        <p:spPr>
          <a:xfrm>
            <a:off x="5391428" y="4805916"/>
            <a:ext cx="3304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by:- K .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srija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Registration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Login / Logout System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with User Greeting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Stylish UI with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Chatbot UI Placeholder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Dark Mode Toggle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Search Filter for Users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Panel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Table Viewer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Newly Added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Edit User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Delete User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Change Password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Password Hashing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Error Toast Alerts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Smooth Animations &amp; Effects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PHP (Single File Project)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users_db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HTML5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CSS3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Animations)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JavaScript (Validation + Dark Mode + Search)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Toast Notification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 (users Table)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 (INT, Auto Increment)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(VARCHAR)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 (UNIQUE)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password (HASHED)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created_at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(TIMESTAMP)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Register User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Login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Dashboard Loaded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Admin Views Users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Edit/Delete Users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User Change Password Option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Logout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UI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Floating AI Ball Animation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Typing Animation Title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Hover Effects on Buttons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Smooth Toast Notifications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 Table UI with Hover Highlight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222</Words>
  <Application>Microsoft Office PowerPoint</Application>
  <PresentationFormat>On-screen Show (4:3)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PHP-Users-Management-System</vt:lpstr>
      <vt:lpstr>Project Features</vt:lpstr>
      <vt:lpstr>Newly Added Features</vt:lpstr>
      <vt:lpstr>Technologies Used</vt:lpstr>
      <vt:lpstr>Database Structure (users Table)</vt:lpstr>
      <vt:lpstr>System Workflow</vt:lpstr>
      <vt:lpstr>UI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Srija</dc:creator>
  <cp:keywords/>
  <dc:description>generated using python-pptx</dc:description>
  <cp:lastModifiedBy>K Srija</cp:lastModifiedBy>
  <cp:revision>2</cp:revision>
  <dcterms:created xsi:type="dcterms:W3CDTF">2013-01-27T09:14:16Z</dcterms:created>
  <dcterms:modified xsi:type="dcterms:W3CDTF">2025-11-24T17:25:55Z</dcterms:modified>
  <cp:category/>
</cp:coreProperties>
</file>